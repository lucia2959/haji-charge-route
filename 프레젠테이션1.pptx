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312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2A873-1EAB-8244-C394-9837608A0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C03337-E3C3-B60F-BCE0-DB31BA950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4823F6-942F-613A-C775-7A53C699B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F4BC2-FDE9-4DD7-9756-143BA2D6F547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30B688-DBFE-802E-9089-54F466F3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CBD51F-9883-25B2-794F-85395978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C9FF9-C6FA-4FB9-9894-B1D31C07F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345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6ADAD-4E57-B466-3DE1-D0C588CB3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2E1ACC-4F90-3DA8-DBD7-D8A49B2F7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43818B-81D6-979C-6022-C740DBE11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F4BC2-FDE9-4DD7-9756-143BA2D6F547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683A46-080D-1710-AB8B-63D58E641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7F31FD-9EDC-B467-C9DF-74B54824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C9FF9-C6FA-4FB9-9894-B1D31C07F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03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D875BA-BA81-2DC4-1E54-0DE1B7C4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6F4474-E33B-D206-3EEE-D002009FC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896070-90E5-550D-4F53-AAB04D6E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F4BC2-FDE9-4DD7-9756-143BA2D6F547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78F9AB-76AA-1EB6-1DBD-B642D4176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90E969-3624-336F-E46E-5ABA25E0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C9FF9-C6FA-4FB9-9894-B1D31C07F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47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6310C-F3EC-DD7D-8424-DF44A4666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CA678B-B4FE-339C-D8EF-FD3B950843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AF7139-D4C8-E493-D433-9E3DB88E8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684B04-6500-55A0-4B80-48C93C5E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F4BC2-FDE9-4DD7-9756-143BA2D6F547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7ADB77-C39F-E8C9-A2E7-0ABC9F5C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7C3BB5-8161-C59C-D77D-275F7548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C9FF9-C6FA-4FB9-9894-B1D31C07F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634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2F1CB-3504-9197-8D46-B2BABF869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4135D3-F053-D6B3-4F6A-22D78934A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2E14F4-1E13-6A8B-3657-BAD8E0FD6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C96B94-140B-AF0F-01CB-2D1A21EDB6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3AE57A-4550-21DA-CDA6-4699BE785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E57582D-10C7-07D0-74FC-B2707222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F4BC2-FDE9-4DD7-9756-143BA2D6F547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AC98B5-C46C-0C5C-ECA9-914BAC44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A57E0F-7DA8-A984-A848-E91BFE9BC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C9FF9-C6FA-4FB9-9894-B1D31C07F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444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188E3A-9EE9-EC8C-CD50-B6CD5ACAB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5F30E9-F581-272C-60B7-3C5727822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F4BC2-FDE9-4DD7-9756-143BA2D6F547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6FAE1B-B2EC-3182-ADCA-FACCE81B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490BF7-D13B-A228-747A-C40AAF17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C9FF9-C6FA-4FB9-9894-B1D31C07F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92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8A7811-84C7-EA7A-E0D0-C64EADC3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F4BC2-FDE9-4DD7-9756-143BA2D6F547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97E6962-0FD1-747D-570C-D942BA514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1A8F8-5676-F5E6-8978-498F28B51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C9FF9-C6FA-4FB9-9894-B1D31C07F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155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96C61-50A2-C39B-1726-0EE49BE0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6B541C-5855-3CD2-79E8-C8FBC10D9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063CB0-F04D-6DA8-1418-3083E7570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71DE7D-60B1-FB14-7973-BD8E17186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F4BC2-FDE9-4DD7-9756-143BA2D6F547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2D78BE-E64C-5335-8C69-7A2E2BB9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E22BE7-6C9F-9873-591D-BBC3F897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C9FF9-C6FA-4FB9-9894-B1D31C07F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754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06B62-CFCC-09B9-478F-9180BCFDA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DBD815-49A7-9CC7-3C77-479294A9BE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0A6572-DB77-F085-88E8-623036031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9427C4-A255-4206-75E4-FDACC5C5B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F4BC2-FDE9-4DD7-9756-143BA2D6F547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1212DE-FB4B-A9BD-DDDB-AF95C420C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70FAA2-722D-8E23-DA7D-2A66693D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C9FF9-C6FA-4FB9-9894-B1D31C07F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48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60E67-6607-B1DC-1BC3-5E4D2FC40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9C77D2-DE51-9F30-BF15-63DB3D785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3BE9C-5703-1B66-B7E8-50599837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F4BC2-FDE9-4DD7-9756-143BA2D6F547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4F0FE-20C0-1D18-B8E7-FBACED3C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509A7-94A5-0AA6-9617-94B15765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C9FF9-C6FA-4FB9-9894-B1D31C07F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386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DA9EE5-4CB3-A8FF-DC88-2046400927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673F179-83F3-0CD6-3B74-A4F78360E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B1D80B-8EF3-F585-8785-6441E6DB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F4BC2-FDE9-4DD7-9756-143BA2D6F547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4CF36A-976A-BAB7-8F38-01CACEB2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E8E5BA-83CC-2809-DEF6-95DF9EED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C9FF9-C6FA-4FB9-9894-B1D31C07F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6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2310219-6971-DC33-79C5-CBD947DB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A6939F-520D-DCDD-DA36-86AFE256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3C6173-B6F7-44FB-6A20-8B1FB1487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3F4BC2-FDE9-4DD7-9756-143BA2D6F547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D254BA-D9DF-678F-9F19-F6975F3EA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BC3D29-5161-181B-9F6C-9553CDB8F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C9FF9-C6FA-4FB9-9894-B1D31C07F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12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2EE85CD-618D-D525-C5AF-A6C71CFB895D}"/>
              </a:ext>
            </a:extLst>
          </p:cNvPr>
          <p:cNvSpPr/>
          <p:nvPr/>
        </p:nvSpPr>
        <p:spPr>
          <a:xfrm>
            <a:off x="337225" y="324796"/>
            <a:ext cx="1861225" cy="3709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86B6AA-556F-CA4F-47E7-3120103F9903}"/>
              </a:ext>
            </a:extLst>
          </p:cNvPr>
          <p:cNvSpPr/>
          <p:nvPr/>
        </p:nvSpPr>
        <p:spPr>
          <a:xfrm>
            <a:off x="752271" y="1628302"/>
            <a:ext cx="1031132" cy="907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06B2FE-23BB-B327-7E88-2A03493067D4}"/>
              </a:ext>
            </a:extLst>
          </p:cNvPr>
          <p:cNvSpPr txBox="1"/>
          <p:nvPr/>
        </p:nvSpPr>
        <p:spPr>
          <a:xfrm>
            <a:off x="116731" y="4229307"/>
            <a:ext cx="366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1. 1 </a:t>
            </a:r>
            <a:r>
              <a:rPr lang="ko-KR" altLang="en-US" sz="1400" dirty="0"/>
              <a:t>네모안에 아이콘 등록</a:t>
            </a:r>
            <a:endParaRPr lang="en-US" altLang="ko-KR" sz="1400" dirty="0"/>
          </a:p>
          <a:p>
            <a:r>
              <a:rPr lang="en-US" altLang="ko-KR" sz="1400" dirty="0"/>
              <a:t>2. </a:t>
            </a:r>
            <a:r>
              <a:rPr lang="ko-KR" altLang="en-US" sz="1400" dirty="0"/>
              <a:t>로그인 버튼 클릭 시 메인 페이지로 이동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630C58B-8CEF-BB79-1E5E-373AC80AA7DE}"/>
              </a:ext>
            </a:extLst>
          </p:cNvPr>
          <p:cNvSpPr/>
          <p:nvPr/>
        </p:nvSpPr>
        <p:spPr>
          <a:xfrm>
            <a:off x="881974" y="3132846"/>
            <a:ext cx="810639" cy="3048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E32666-5249-0AD2-DF22-E5A90B2173C9}"/>
              </a:ext>
            </a:extLst>
          </p:cNvPr>
          <p:cNvSpPr txBox="1"/>
          <p:nvPr/>
        </p:nvSpPr>
        <p:spPr>
          <a:xfrm>
            <a:off x="926531" y="312652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로그인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9055641-F1F1-48DA-2EFA-3B1855C20095}"/>
              </a:ext>
            </a:extLst>
          </p:cNvPr>
          <p:cNvSpPr/>
          <p:nvPr/>
        </p:nvSpPr>
        <p:spPr>
          <a:xfrm>
            <a:off x="3994827" y="223196"/>
            <a:ext cx="2399488" cy="457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503FD2-5191-69B0-39E1-99697BD26A37}"/>
              </a:ext>
            </a:extLst>
          </p:cNvPr>
          <p:cNvSpPr/>
          <p:nvPr/>
        </p:nvSpPr>
        <p:spPr>
          <a:xfrm>
            <a:off x="5357777" y="356141"/>
            <a:ext cx="924129" cy="2302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F9D7B6-14F6-9BAD-B9FE-7E4EF7ECA8EB}"/>
              </a:ext>
            </a:extLst>
          </p:cNvPr>
          <p:cNvSpPr/>
          <p:nvPr/>
        </p:nvSpPr>
        <p:spPr>
          <a:xfrm>
            <a:off x="5357777" y="664183"/>
            <a:ext cx="924129" cy="2302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231A74-9080-E22B-8247-C2987A774E01}"/>
              </a:ext>
            </a:extLst>
          </p:cNvPr>
          <p:cNvSpPr txBox="1"/>
          <p:nvPr/>
        </p:nvSpPr>
        <p:spPr>
          <a:xfrm>
            <a:off x="4241072" y="31736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출발지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C49FDF-4DC3-438D-3B65-A40FE38445E5}"/>
              </a:ext>
            </a:extLst>
          </p:cNvPr>
          <p:cNvSpPr txBox="1"/>
          <p:nvPr/>
        </p:nvSpPr>
        <p:spPr>
          <a:xfrm>
            <a:off x="4241072" y="62540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도착지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F5B987E-DFD9-5194-1D6F-E077F49B591E}"/>
              </a:ext>
            </a:extLst>
          </p:cNvPr>
          <p:cNvSpPr/>
          <p:nvPr/>
        </p:nvSpPr>
        <p:spPr>
          <a:xfrm>
            <a:off x="4076653" y="2089150"/>
            <a:ext cx="2235836" cy="25617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E9A819-B4FD-357C-279E-114AF79C4840}"/>
              </a:ext>
            </a:extLst>
          </p:cNvPr>
          <p:cNvSpPr/>
          <p:nvPr/>
        </p:nvSpPr>
        <p:spPr>
          <a:xfrm>
            <a:off x="5370747" y="978578"/>
            <a:ext cx="924129" cy="2302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2949F6-ADCC-0290-6524-FF90F119A4BF}"/>
              </a:ext>
            </a:extLst>
          </p:cNvPr>
          <p:cNvSpPr txBox="1"/>
          <p:nvPr/>
        </p:nvSpPr>
        <p:spPr>
          <a:xfrm>
            <a:off x="4076653" y="94631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현충전량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067D4E-4E14-8C96-DC90-84744FA4D583}"/>
              </a:ext>
            </a:extLst>
          </p:cNvPr>
          <p:cNvSpPr txBox="1"/>
          <p:nvPr/>
        </p:nvSpPr>
        <p:spPr>
          <a:xfrm>
            <a:off x="3868365" y="4840750"/>
            <a:ext cx="36640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1. </a:t>
            </a:r>
            <a:r>
              <a:rPr lang="ko-KR" altLang="en-US" sz="1400" dirty="0"/>
              <a:t>출발지</a:t>
            </a:r>
            <a:r>
              <a:rPr lang="en-US" altLang="ko-KR" sz="1400" dirty="0"/>
              <a:t>, </a:t>
            </a:r>
            <a:r>
              <a:rPr lang="ko-KR" altLang="en-US" sz="1400" dirty="0"/>
              <a:t>도착지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현충전량</a:t>
            </a:r>
            <a:r>
              <a:rPr lang="ko-KR" altLang="en-US" sz="1400" dirty="0"/>
              <a:t> 사용자 입력</a:t>
            </a:r>
            <a:endParaRPr lang="en-US" altLang="ko-KR" sz="1400" dirty="0"/>
          </a:p>
          <a:p>
            <a:r>
              <a:rPr lang="en-US" altLang="ko-KR" sz="1400" dirty="0"/>
              <a:t>2. BYD </a:t>
            </a:r>
            <a:r>
              <a:rPr lang="ko-KR" altLang="en-US" sz="1400" dirty="0"/>
              <a:t>돌핀 스탠다드 차량 기준 </a:t>
            </a:r>
            <a:r>
              <a:rPr lang="ko-KR" altLang="en-US" sz="1400" dirty="0" err="1"/>
              <a:t>현충전량을</a:t>
            </a:r>
            <a:r>
              <a:rPr lang="ko-KR" altLang="en-US" sz="1400" dirty="0"/>
              <a:t> 출발지</a:t>
            </a:r>
            <a:r>
              <a:rPr lang="en-US" altLang="ko-KR" sz="1400" dirty="0"/>
              <a:t>,</a:t>
            </a:r>
            <a:r>
              <a:rPr lang="ko-KR" altLang="en-US" sz="1400" dirty="0"/>
              <a:t>도착지 사이에 충전소 충전건수를 계산</a:t>
            </a:r>
            <a:endParaRPr lang="en-US" altLang="ko-KR" sz="1400" dirty="0"/>
          </a:p>
          <a:p>
            <a:r>
              <a:rPr lang="en-US" altLang="ko-KR" sz="1400" dirty="0"/>
              <a:t>3.</a:t>
            </a:r>
            <a:r>
              <a:rPr lang="ko-KR" altLang="en-US" sz="1400" dirty="0"/>
              <a:t>지도보기에 출발지 도착지 경로를 표시하고</a:t>
            </a:r>
            <a:r>
              <a:rPr lang="en-US" altLang="ko-KR" sz="1400" dirty="0"/>
              <a:t>, </a:t>
            </a:r>
            <a:r>
              <a:rPr lang="ko-KR" altLang="en-US" sz="1400" dirty="0"/>
              <a:t>충전소 위치를 충전소 아이콘을 사용하여 표시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B4DF3B-9BCF-7C15-A4D3-004526F23452}"/>
              </a:ext>
            </a:extLst>
          </p:cNvPr>
          <p:cNvSpPr/>
          <p:nvPr/>
        </p:nvSpPr>
        <p:spPr>
          <a:xfrm>
            <a:off x="5364127" y="1292973"/>
            <a:ext cx="924129" cy="2302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35739B-EAC3-672A-6A51-374704223B09}"/>
              </a:ext>
            </a:extLst>
          </p:cNvPr>
          <p:cNvSpPr txBox="1"/>
          <p:nvPr/>
        </p:nvSpPr>
        <p:spPr>
          <a:xfrm>
            <a:off x="4063683" y="1260706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충전예상지점수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17647C-DF23-964C-3012-189F593729E9}"/>
              </a:ext>
            </a:extLst>
          </p:cNvPr>
          <p:cNvSpPr txBox="1"/>
          <p:nvPr/>
        </p:nvSpPr>
        <p:spPr>
          <a:xfrm>
            <a:off x="4076653" y="167872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지도보기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733A3C9-9195-3B18-48F4-A026BA68BDF0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649806" y="3280409"/>
            <a:ext cx="2413877" cy="4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6F107D5-BCDB-8C3D-023D-6ADD999F1241}"/>
              </a:ext>
            </a:extLst>
          </p:cNvPr>
          <p:cNvSpPr txBox="1"/>
          <p:nvPr/>
        </p:nvSpPr>
        <p:spPr>
          <a:xfrm>
            <a:off x="2335191" y="2795967"/>
            <a:ext cx="1522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버튼 클릭 시</a:t>
            </a:r>
            <a:endParaRPr lang="en-US" altLang="ko-KR" sz="1200" dirty="0"/>
          </a:p>
          <a:p>
            <a:r>
              <a:rPr lang="ko-KR" altLang="en-US" sz="1200" dirty="0"/>
              <a:t>화면 이동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0390A68-E4BF-8915-FD2A-B1B75AE5C0FD}"/>
              </a:ext>
            </a:extLst>
          </p:cNvPr>
          <p:cNvSpPr/>
          <p:nvPr/>
        </p:nvSpPr>
        <p:spPr>
          <a:xfrm>
            <a:off x="8108866" y="178746"/>
            <a:ext cx="2978234" cy="457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육각형 37">
            <a:extLst>
              <a:ext uri="{FF2B5EF4-FFF2-40B4-BE49-F238E27FC236}">
                <a16:creationId xmlns:a16="http://schemas.microsoft.com/office/drawing/2014/main" id="{C0C6F76C-CB3D-A6A7-833A-BAB69419962D}"/>
              </a:ext>
            </a:extLst>
          </p:cNvPr>
          <p:cNvSpPr/>
          <p:nvPr/>
        </p:nvSpPr>
        <p:spPr>
          <a:xfrm>
            <a:off x="4792360" y="3474554"/>
            <a:ext cx="208608" cy="171368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133B210-316B-369A-C9CC-4B7319F8CF42}"/>
              </a:ext>
            </a:extLst>
          </p:cNvPr>
          <p:cNvCxnSpPr>
            <a:cxnSpLocks/>
            <a:stCxn id="38" idx="2"/>
            <a:endCxn id="48" idx="1"/>
          </p:cNvCxnSpPr>
          <p:nvPr/>
        </p:nvCxnSpPr>
        <p:spPr>
          <a:xfrm flipV="1">
            <a:off x="4835202" y="1089132"/>
            <a:ext cx="3340252" cy="2556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AE77035-CD0E-C588-8A91-3E942870E914}"/>
              </a:ext>
            </a:extLst>
          </p:cNvPr>
          <p:cNvSpPr txBox="1"/>
          <p:nvPr/>
        </p:nvSpPr>
        <p:spPr>
          <a:xfrm>
            <a:off x="6490143" y="2818743"/>
            <a:ext cx="1522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충전소 클릭 시</a:t>
            </a:r>
            <a:endParaRPr lang="en-US" altLang="ko-KR" sz="1200" dirty="0"/>
          </a:p>
          <a:p>
            <a:r>
              <a:rPr lang="ko-KR" altLang="en-US" sz="1200" dirty="0"/>
              <a:t>충전소 상세 화면으로 이동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2EF09A-C281-FB5F-7488-808B80BD0E38}"/>
              </a:ext>
            </a:extLst>
          </p:cNvPr>
          <p:cNvSpPr txBox="1"/>
          <p:nvPr/>
        </p:nvSpPr>
        <p:spPr>
          <a:xfrm>
            <a:off x="8170289" y="31736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충전소명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AF42F0-6526-67B8-DBC2-2C06F8CFF561}"/>
              </a:ext>
            </a:extLst>
          </p:cNvPr>
          <p:cNvSpPr txBox="1"/>
          <p:nvPr/>
        </p:nvSpPr>
        <p:spPr>
          <a:xfrm>
            <a:off x="8165292" y="63778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충전기기종류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05EB367-7D73-5483-7D21-F80EC91BBD72}"/>
              </a:ext>
            </a:extLst>
          </p:cNvPr>
          <p:cNvSpPr/>
          <p:nvPr/>
        </p:nvSpPr>
        <p:spPr>
          <a:xfrm>
            <a:off x="9154162" y="324795"/>
            <a:ext cx="1261884" cy="2615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경기중앙충전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ED194C0-D71B-EBA9-02AD-21F3252C9C17}"/>
              </a:ext>
            </a:extLst>
          </p:cNvPr>
          <p:cNvSpPr/>
          <p:nvPr/>
        </p:nvSpPr>
        <p:spPr>
          <a:xfrm>
            <a:off x="9427176" y="666346"/>
            <a:ext cx="988870" cy="2280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급속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 err="1">
                <a:solidFill>
                  <a:schemeClr val="tx1"/>
                </a:solidFill>
              </a:rPr>
              <a:t>완속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11AE52-1B31-9A90-4A65-6219FAD4C9A5}"/>
              </a:ext>
            </a:extLst>
          </p:cNvPr>
          <p:cNvSpPr txBox="1"/>
          <p:nvPr/>
        </p:nvSpPr>
        <p:spPr>
          <a:xfrm>
            <a:off x="8175454" y="93524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제휴카드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363F468-CFA7-F62E-F318-0B264A663EE9}"/>
              </a:ext>
            </a:extLst>
          </p:cNvPr>
          <p:cNvSpPr/>
          <p:nvPr/>
        </p:nvSpPr>
        <p:spPr>
          <a:xfrm>
            <a:off x="9088426" y="991036"/>
            <a:ext cx="1327619" cy="217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환경부통합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59DF929-017D-2CF8-BE2B-6BF9A42F4F53}"/>
              </a:ext>
            </a:extLst>
          </p:cNvPr>
          <p:cNvSpPr/>
          <p:nvPr/>
        </p:nvSpPr>
        <p:spPr>
          <a:xfrm>
            <a:off x="9088425" y="1263006"/>
            <a:ext cx="1327619" cy="217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EV CHARGE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131770-AC1B-787F-D149-4DD469353B82}"/>
              </a:ext>
            </a:extLst>
          </p:cNvPr>
          <p:cNvSpPr txBox="1"/>
          <p:nvPr/>
        </p:nvSpPr>
        <p:spPr>
          <a:xfrm>
            <a:off x="8189837" y="1515389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멤버쉽가입유무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6D95A75-DD1D-2BC8-8A3E-C6986A0A2989}"/>
              </a:ext>
            </a:extLst>
          </p:cNvPr>
          <p:cNvSpPr/>
          <p:nvPr/>
        </p:nvSpPr>
        <p:spPr>
          <a:xfrm>
            <a:off x="9619283" y="1560868"/>
            <a:ext cx="796761" cy="217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유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A4570E-76C4-B994-DCCD-1C7268155BCD}"/>
              </a:ext>
            </a:extLst>
          </p:cNvPr>
          <p:cNvSpPr txBox="1"/>
          <p:nvPr/>
        </p:nvSpPr>
        <p:spPr>
          <a:xfrm>
            <a:off x="8165292" y="1877419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실시간충전현황</a:t>
            </a:r>
          </a:p>
        </p:txBody>
      </p:sp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674831F7-05C8-F869-F98E-9CEF6413B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854594"/>
              </p:ext>
            </p:extLst>
          </p:nvPr>
        </p:nvGraphicFramePr>
        <p:xfrm>
          <a:off x="8271282" y="2273516"/>
          <a:ext cx="2644368" cy="110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092">
                  <a:extLst>
                    <a:ext uri="{9D8B030D-6E8A-4147-A177-3AD203B41FA5}">
                      <a16:colId xmlns:a16="http://schemas.microsoft.com/office/drawing/2014/main" val="2532845441"/>
                    </a:ext>
                  </a:extLst>
                </a:gridCol>
                <a:gridCol w="661092">
                  <a:extLst>
                    <a:ext uri="{9D8B030D-6E8A-4147-A177-3AD203B41FA5}">
                      <a16:colId xmlns:a16="http://schemas.microsoft.com/office/drawing/2014/main" val="3515578211"/>
                    </a:ext>
                  </a:extLst>
                </a:gridCol>
                <a:gridCol w="661092">
                  <a:extLst>
                    <a:ext uri="{9D8B030D-6E8A-4147-A177-3AD203B41FA5}">
                      <a16:colId xmlns:a16="http://schemas.microsoft.com/office/drawing/2014/main" val="787814925"/>
                    </a:ext>
                  </a:extLst>
                </a:gridCol>
                <a:gridCol w="661092">
                  <a:extLst>
                    <a:ext uri="{9D8B030D-6E8A-4147-A177-3AD203B41FA5}">
                      <a16:colId xmlns:a16="http://schemas.microsoft.com/office/drawing/2014/main" val="3918960908"/>
                    </a:ext>
                  </a:extLst>
                </a:gridCol>
              </a:tblGrid>
              <a:tr h="3104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충전기번호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충전유형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충전유무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잔여시간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954718"/>
                  </a:ext>
                </a:extLst>
              </a:tr>
              <a:tr h="3104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급속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시간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906907"/>
                  </a:ext>
                </a:extLst>
              </a:tr>
              <a:tr h="3104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완속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455322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D7D421E0-DCDA-6C3D-3872-753446C6BC3F}"/>
              </a:ext>
            </a:extLst>
          </p:cNvPr>
          <p:cNvSpPr txBox="1"/>
          <p:nvPr/>
        </p:nvSpPr>
        <p:spPr>
          <a:xfrm>
            <a:off x="7799214" y="4791134"/>
            <a:ext cx="36640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/>
              <a:t>제휴카드는 </a:t>
            </a:r>
            <a:r>
              <a:rPr lang="ko-KR" altLang="en-US" sz="1400" dirty="0" err="1"/>
              <a:t>충전결재가능</a:t>
            </a:r>
            <a:r>
              <a:rPr lang="ko-KR" altLang="en-US" sz="1400" dirty="0"/>
              <a:t> 카드 목록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 err="1"/>
              <a:t>멤머쉽가입유무는</a:t>
            </a:r>
            <a:r>
              <a:rPr lang="ko-KR" altLang="en-US" sz="1400" dirty="0"/>
              <a:t> 회원가입이 필수면 유</a:t>
            </a:r>
            <a:r>
              <a:rPr lang="en-US" altLang="ko-KR" sz="1400" dirty="0"/>
              <a:t>, </a:t>
            </a:r>
            <a:r>
              <a:rPr lang="ko-KR" altLang="en-US" sz="1400" dirty="0"/>
              <a:t>비회원 </a:t>
            </a:r>
            <a:r>
              <a:rPr lang="ko-KR" altLang="en-US" sz="1400" dirty="0" err="1"/>
              <a:t>충전가능하면</a:t>
            </a:r>
            <a:r>
              <a:rPr lang="ko-KR" altLang="en-US" sz="1400" dirty="0"/>
              <a:t> 무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실시간 충전현황은 공공 </a:t>
            </a:r>
            <a:r>
              <a:rPr lang="en-US" altLang="ko-KR" sz="1400" dirty="0"/>
              <a:t>API</a:t>
            </a:r>
            <a:r>
              <a:rPr lang="ko-KR" altLang="en-US" sz="1400" dirty="0"/>
              <a:t>등 실시간 데이터를 연동하여 보여준다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65537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126</Words>
  <Application>Microsoft Office PowerPoint</Application>
  <PresentationFormat>와이드스크린</PresentationFormat>
  <Paragraphs>45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SHINJUNG PARK</dc:creator>
  <cp:lastModifiedBy>SHINJUNG PARK</cp:lastModifiedBy>
  <cp:revision>1</cp:revision>
  <dcterms:created xsi:type="dcterms:W3CDTF">2026-07-29T04:53:22Z</dcterms:created>
  <dcterms:modified xsi:type="dcterms:W3CDTF">2026-07-29T05:08:01Z</dcterms:modified>
</cp:coreProperties>
</file>