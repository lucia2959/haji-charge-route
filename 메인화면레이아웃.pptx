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21690-D809-874E-436E-B9042E60D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9656A9-F3CA-E3BA-F4A2-6A77D4660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5C7754-8CD3-6887-26CC-5EBC3B32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80EEF-EBC9-8D56-4677-3260E094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1881E-7BD0-EE9F-B733-D13C04AB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85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55C3E-1E89-319F-452C-663D71AF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A57B1-761B-81D3-FCD5-3CC965849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2E872C-9F8C-671E-81F1-D26A38B65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98608-16CC-48B4-4E65-862E9F34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F7B41-5A75-AA20-2192-F540C1F1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22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566AA-6B5F-0B8C-4DFB-DEB995B7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3B5285-7BA7-D74C-FC48-259ABEFCB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18D2A-CF0B-D6F3-4E43-B600C4AE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AC1A13-660D-146D-5775-4ED46239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21864-8E6F-E6CA-489F-DC1C314A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98819-FCE9-0FE5-70F2-DA053EF2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2BA0EE-4251-A0F0-BEA3-D545CD590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9FD9D3-D9FC-88B0-A83A-BDADEE1E8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0F83FA-7350-0C11-8AB2-386AEE64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64A2BE-601A-B24A-BBFE-A4A1D66A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2BBF8F-B306-5549-AE68-96F8270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45430-F3A9-23CA-35F3-B68A962A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D8CF1D-31C0-9396-B12E-A4681B94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6DB0B0-D710-C1FD-677B-EF68215DB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B0D398-D905-DF50-2CB3-88DE87E1B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4542DC-C5A3-39E9-4122-66928E831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32640F-42A4-57BE-20D0-04F17DE12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83B36D-A7C3-B63F-95C4-C6060065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10B6A9-73CF-C588-4E76-D6EDCCD4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07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41834-00DD-A9F7-B19D-DE37FB00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D03679-8A55-4A3F-D61A-0C984728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E100ED-3BED-F22B-43C6-45B7F8BC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BC6179-6588-AD65-8333-95FCC8D9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55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F0FE1B-E68E-9DD6-1534-842C8F56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BF7054-F1C8-34D0-BFB8-5BCEFA26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8EE43A-A8AD-35BB-CDD1-DD5A75C9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98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5C25B-A1AB-12AC-9952-CC591773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7401B-A86F-EC04-1F61-F56C017DF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BE50BE-66D5-CDD6-037C-9AD92468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F72F5C-710C-AEEB-17F0-6A14308C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B789A4-3519-E71C-BD9F-94EEC0B0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DF6917-06DE-91EA-6FAC-43F41EB1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5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AD323-3B4B-F19E-257B-D21D26B1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05BC38-F35B-087F-B76D-6B7106E8F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17D003-A37C-DCFC-0845-CFFEAB1A9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ED6554-BCFE-A640-CE22-2DF7883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37612B-6B85-7DD0-2514-43830701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F35049-5FAE-A256-BF82-EE2A160E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21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B4B32-36CB-C2D4-7119-AF5E8048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5AD05A-E451-EFAC-97B4-64A666119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10F101-C819-996C-95B8-72ACF0CE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3D2D4-55F7-82A9-6EB6-84C5F4F0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6A9AF-C461-1FFD-D215-074B647B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95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E577CC-BDD2-3F8A-BA2E-01564244E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9E8A4-7273-DE7D-F8AA-D07777672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7064A8-3A50-1336-A246-54096206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F9BBC-6E9A-9609-B7A8-2B6A8689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5572E-6263-463E-861E-995C2838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74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8D63BC-BF5F-D944-0B52-2253A633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6F338-59CB-D480-BE45-2B24C7E2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1DE412-A8D9-DDE9-A0CA-99EDA8AFC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D3E7D-5C47-4651-B8CA-F9BBE34E657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3F703A-CF67-EFB0-D7B4-ECA4D898F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1E1B3-BB58-70A6-C100-F2A1DE2C2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23AF4-211C-4D9B-9015-69D40BA80A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3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ADAF88B-5CE9-3016-1C1F-C0622AB1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00" y="459531"/>
            <a:ext cx="3757027" cy="3401269"/>
          </a:xfrm>
          <a:prstGeom prst="rect">
            <a:avLst/>
          </a:prstGeom>
        </p:spPr>
      </p:pic>
      <p:pic>
        <p:nvPicPr>
          <p:cNvPr id="7" name="그래픽 6" descr="핀 있는 지도 단색으로 채워진">
            <a:extLst>
              <a:ext uri="{FF2B5EF4-FFF2-40B4-BE49-F238E27FC236}">
                <a16:creationId xmlns:a16="http://schemas.microsoft.com/office/drawing/2014/main" id="{B4CE0878-BB3C-6099-225D-669AB5B44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3300" y="4184650"/>
            <a:ext cx="590550" cy="59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44D0D5-1C2C-952C-048E-8854BEB675DF}"/>
              </a:ext>
            </a:extLst>
          </p:cNvPr>
          <p:cNvSpPr txBox="1"/>
          <p:nvPr/>
        </p:nvSpPr>
        <p:spPr>
          <a:xfrm>
            <a:off x="2010707" y="46921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지도보기</a:t>
            </a:r>
          </a:p>
        </p:txBody>
      </p:sp>
      <p:pic>
        <p:nvPicPr>
          <p:cNvPr id="10" name="그래픽 9" descr="안경 단색으로 채워진">
            <a:extLst>
              <a:ext uri="{FF2B5EF4-FFF2-40B4-BE49-F238E27FC236}">
                <a16:creationId xmlns:a16="http://schemas.microsoft.com/office/drawing/2014/main" id="{078F1BE0-44F0-6F59-1E67-D925DD010B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403" y="4184650"/>
            <a:ext cx="638254" cy="6382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783F58-1F12-D82C-473A-861E15C6A678}"/>
              </a:ext>
            </a:extLst>
          </p:cNvPr>
          <p:cNvSpPr txBox="1"/>
          <p:nvPr/>
        </p:nvSpPr>
        <p:spPr>
          <a:xfrm>
            <a:off x="758904" y="46355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상세보기</a:t>
            </a:r>
          </a:p>
        </p:txBody>
      </p:sp>
      <p:pic>
        <p:nvPicPr>
          <p:cNvPr id="13" name="그래픽 12" descr="수학 단색으로 채워진">
            <a:extLst>
              <a:ext uri="{FF2B5EF4-FFF2-40B4-BE49-F238E27FC236}">
                <a16:creationId xmlns:a16="http://schemas.microsoft.com/office/drawing/2014/main" id="{0CB7B43E-8D8A-A0B2-BD4F-97963A275D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1296" y="4064000"/>
            <a:ext cx="6350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DEC627-BCE0-1F27-88B2-30172604A688}"/>
              </a:ext>
            </a:extLst>
          </p:cNvPr>
          <p:cNvSpPr txBox="1"/>
          <p:nvPr/>
        </p:nvSpPr>
        <p:spPr>
          <a:xfrm>
            <a:off x="3167102" y="46799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산출근거</a:t>
            </a:r>
          </a:p>
        </p:txBody>
      </p:sp>
    </p:spTree>
    <p:extLst>
      <p:ext uri="{BB962C8B-B14F-4D97-AF65-F5344CB8AC3E}">
        <p14:creationId xmlns:p14="http://schemas.microsoft.com/office/powerpoint/2010/main" val="207074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SHINJUNG PARK</dc:creator>
  <cp:lastModifiedBy>SHINJUNG PARK</cp:lastModifiedBy>
  <cp:revision>1</cp:revision>
  <dcterms:created xsi:type="dcterms:W3CDTF">2026-07-31T05:22:41Z</dcterms:created>
  <dcterms:modified xsi:type="dcterms:W3CDTF">2026-07-31T06:24:58Z</dcterms:modified>
</cp:coreProperties>
</file>