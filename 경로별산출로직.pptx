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37EEA7-8E00-AA89-960E-3C480E97A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FFE8A7-9D0C-3AA2-9603-C51E49888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E3A2E-F075-9E44-B47B-5D4EF5C4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E200-906E-4BD7-8B70-96D951EB75BB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A20237-B2F5-448B-A020-3B94FADA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BA7B23-7758-B94A-D633-F7E44574C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1A4B-CF78-45FA-BDFE-A76EBC7D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32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4607F-97C8-9E4A-7615-B66488BA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45C249-E80F-D476-686B-3243EA35C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E096D5-9419-1F21-64D1-7E1FBF8B1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E200-906E-4BD7-8B70-96D951EB75BB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B5F24-0ABE-F608-0272-E357B8DB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DBAED-B3CB-D593-E331-1E45C3BA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1A4B-CF78-45FA-BDFE-A76EBC7D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360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001033-6892-E108-4030-6338AEF1F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9D9C3E-77A6-6CC3-1673-6714FC6D7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33F649-63B2-4530-804D-55EAD4B88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E200-906E-4BD7-8B70-96D951EB75BB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A9F80E-3949-627B-70B1-6627C1278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64DAFD-3E26-588C-5E0A-6C6319BA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1A4B-CF78-45FA-BDFE-A76EBC7D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935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05601-229F-FF69-DBD6-20A1EE960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BF604-B730-4A09-CBE5-96C7B5E68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91E84D-66C4-EEC6-091A-B412443AE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3D2BBE-4A27-34DF-8BDC-E84F2056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E200-906E-4BD7-8B70-96D951EB75BB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18AA85-7BDC-9AB9-783C-4481EA64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98FB8F-83C5-D014-1B48-24855ED9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1A4B-CF78-45FA-BDFE-A76EBC7D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6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050FE-A1D7-C3CE-783D-F3A911872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A3FC04-173B-A91A-1469-06960DADA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83C0FF-96F5-F5DD-8BCA-98119E232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C5078E8-4231-B3C5-1B56-C517450BE8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765696-8DFD-E5AC-5082-8619DB863C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023C45-9CEB-5E1D-C29B-B497FD62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E200-906E-4BD7-8B70-96D951EB75BB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B9A4961-D7B5-A84E-0327-57333ED27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A3202B3-A7D1-C59B-EFC3-C1600AA29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1A4B-CF78-45FA-BDFE-A76EBC7D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0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771B3-BAD2-7B68-C85E-5FB9B53E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63465A-4FEB-06A6-32D1-380117360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E200-906E-4BD7-8B70-96D951EB75BB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045DA0-E298-76DC-7680-A46B96AA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0B58E4-C823-B233-12EF-477BD6E6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1A4B-CF78-45FA-BDFE-A76EBC7D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6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B2F7F58-738A-464B-66D1-ECDA44C39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E200-906E-4BD7-8B70-96D951EB75BB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97A889-BABC-4466-D4EB-CF7AD9267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35A9E-E520-EEB6-65A6-D592F6971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1A4B-CF78-45FA-BDFE-A76EBC7D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347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68057-B573-1128-88F3-4C78B97D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0ED486-5AE4-EEA5-34F3-389BED22B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B36C3E-A3A9-CDDB-F20C-CFEB5E2EE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A393AA-9380-EB21-1CCC-0DCC28B54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E200-906E-4BD7-8B70-96D951EB75BB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12EF13-89FA-6A19-4E83-984FD3DE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096A59-CAFF-2204-98BD-79BC6666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1A4B-CF78-45FA-BDFE-A76EBC7D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00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D71FF-02C5-8D80-5238-AC1321BDA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8AA49C-D1DC-FB14-F7D4-2B2B7BC41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36371E-5F71-7B43-B9C7-1BCB1FFCD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3470DA-855E-2ECC-E4DB-C954241A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E200-906E-4BD7-8B70-96D951EB75BB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8A42AD-D99B-BD1A-9909-605DAD690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841772-0BDD-4C6D-BEF3-F2D2CAAF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1A4B-CF78-45FA-BDFE-A76EBC7D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377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25948-ED34-D0A7-FDD7-E69388619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59F6E9-8797-78DD-830A-B570F4577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4548C3-9FE4-E319-CF45-9B5CC1B16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E200-906E-4BD7-8B70-96D951EB75BB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D0D08A-CF1D-6D72-42A4-7A8A29A2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C9D570-5FD5-B068-774C-DDA33497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1A4B-CF78-45FA-BDFE-A76EBC7D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21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176B8A-4627-1D43-E760-18C085FC4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53C05B-7D2F-50A5-36D8-BECB73429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378CCF-E031-592A-E586-003C0102D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E200-906E-4BD7-8B70-96D951EB75BB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F0F0F9-6B6C-1FE4-814C-493795C16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7304AD-5E43-25E6-037D-54A48516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1A4B-CF78-45FA-BDFE-A76EBC7D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84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68A6A4-203A-DA60-A123-E9B84F585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5CAD96-4825-31C6-5539-0E4477EC8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FE5C84-C609-B47B-4B4D-9109367C4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82E200-906E-4BD7-8B70-96D951EB75BB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2D4BD1-E2DA-105B-3CED-DCEE6783F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491B00-94D6-07D3-E66F-7568B80AE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601A4B-CF78-45FA-BDFE-A76EBC7D7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32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DB5F522-85B2-9A5E-19B9-08FC84796AC4}"/>
              </a:ext>
            </a:extLst>
          </p:cNvPr>
          <p:cNvSpPr/>
          <p:nvPr/>
        </p:nvSpPr>
        <p:spPr>
          <a:xfrm>
            <a:off x="1317812" y="1402975"/>
            <a:ext cx="986118" cy="439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출발지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71C137-2776-7018-0CD6-3D6787FC81AB}"/>
              </a:ext>
            </a:extLst>
          </p:cNvPr>
          <p:cNvSpPr/>
          <p:nvPr/>
        </p:nvSpPr>
        <p:spPr>
          <a:xfrm>
            <a:off x="851645" y="1936376"/>
            <a:ext cx="7458637" cy="4858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041B937-0638-249E-5182-450048766B54}"/>
              </a:ext>
            </a:extLst>
          </p:cNvPr>
          <p:cNvCxnSpPr>
            <a:cxnSpLocks/>
          </p:cNvCxnSpPr>
          <p:nvPr/>
        </p:nvCxnSpPr>
        <p:spPr>
          <a:xfrm>
            <a:off x="2438400" y="1627093"/>
            <a:ext cx="12819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047E4D6-4934-6C33-0CC1-72301405A8A3}"/>
              </a:ext>
            </a:extLst>
          </p:cNvPr>
          <p:cNvSpPr txBox="1"/>
          <p:nvPr/>
        </p:nvSpPr>
        <p:spPr>
          <a:xfrm>
            <a:off x="1219199" y="1999125"/>
            <a:ext cx="159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30% / 123km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3570224-C0A0-EC64-483F-16C5D833D480}"/>
              </a:ext>
            </a:extLst>
          </p:cNvPr>
          <p:cNvSpPr/>
          <p:nvPr/>
        </p:nvSpPr>
        <p:spPr>
          <a:xfrm>
            <a:off x="3854824" y="1416420"/>
            <a:ext cx="986118" cy="439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AA38CE-AB69-43E7-6F29-2DD93F8427EE}"/>
              </a:ext>
            </a:extLst>
          </p:cNvPr>
          <p:cNvSpPr txBox="1"/>
          <p:nvPr/>
        </p:nvSpPr>
        <p:spPr>
          <a:xfrm>
            <a:off x="3550023" y="1984788"/>
            <a:ext cx="171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15% / 80.1km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9844EE-C620-1060-4B8B-8D27A416EC2B}"/>
              </a:ext>
            </a:extLst>
          </p:cNvPr>
          <p:cNvSpPr txBox="1"/>
          <p:nvPr/>
        </p:nvSpPr>
        <p:spPr>
          <a:xfrm>
            <a:off x="2250140" y="1188747"/>
            <a:ext cx="1819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15% / 75.2km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D5B0AC8-FAC6-B2D8-0305-973493CC513B}"/>
              </a:ext>
            </a:extLst>
          </p:cNvPr>
          <p:cNvSpPr/>
          <p:nvPr/>
        </p:nvSpPr>
        <p:spPr>
          <a:xfrm>
            <a:off x="6723533" y="1397598"/>
            <a:ext cx="986118" cy="439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목적지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2EB1EF5-C95A-E30D-350B-F6C8522D1ED6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4912660" y="1617234"/>
            <a:ext cx="1810873" cy="18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C6D6DCA-4720-1240-FD6E-27FDD29A6928}"/>
              </a:ext>
            </a:extLst>
          </p:cNvPr>
          <p:cNvSpPr txBox="1"/>
          <p:nvPr/>
        </p:nvSpPr>
        <p:spPr>
          <a:xfrm>
            <a:off x="4840942" y="1167216"/>
            <a:ext cx="171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65% / 80.1km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B1B70-B1F3-CD7A-B3ED-BA43A959E421}"/>
              </a:ext>
            </a:extLst>
          </p:cNvPr>
          <p:cNvSpPr txBox="1"/>
          <p:nvPr/>
        </p:nvSpPr>
        <p:spPr>
          <a:xfrm>
            <a:off x="6427690" y="1984788"/>
            <a:ext cx="2169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23% / 181.6km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F780F0-0FB1-8962-94D4-BE6ADBB7931E}"/>
              </a:ext>
            </a:extLst>
          </p:cNvPr>
          <p:cNvSpPr txBox="1"/>
          <p:nvPr/>
        </p:nvSpPr>
        <p:spPr>
          <a:xfrm>
            <a:off x="1013011" y="1993753"/>
            <a:ext cx="41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1: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91E0F1-09B4-7A11-A84C-51CC7F33972F}"/>
              </a:ext>
            </a:extLst>
          </p:cNvPr>
          <p:cNvSpPr txBox="1"/>
          <p:nvPr/>
        </p:nvSpPr>
        <p:spPr>
          <a:xfrm>
            <a:off x="2667001" y="870498"/>
            <a:ext cx="41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4: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3ABDC9-7A2B-81E2-B179-723609B16A9B}"/>
              </a:ext>
            </a:extLst>
          </p:cNvPr>
          <p:cNvSpPr txBox="1"/>
          <p:nvPr/>
        </p:nvSpPr>
        <p:spPr>
          <a:xfrm>
            <a:off x="5096434" y="848073"/>
            <a:ext cx="41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5: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D69A40-ECC0-E337-AE4E-34AF001E6C44}"/>
              </a:ext>
            </a:extLst>
          </p:cNvPr>
          <p:cNvSpPr txBox="1"/>
          <p:nvPr/>
        </p:nvSpPr>
        <p:spPr>
          <a:xfrm>
            <a:off x="3343835" y="1970433"/>
            <a:ext cx="41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2: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7E8675-152E-6E24-2D4D-5CE6AF2BFB3B}"/>
              </a:ext>
            </a:extLst>
          </p:cNvPr>
          <p:cNvSpPr txBox="1"/>
          <p:nvPr/>
        </p:nvSpPr>
        <p:spPr>
          <a:xfrm>
            <a:off x="6194611" y="1970433"/>
            <a:ext cx="41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3: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12342F-4077-6EFA-2319-9DA1093F728F}"/>
              </a:ext>
            </a:extLst>
          </p:cNvPr>
          <p:cNvSpPr txBox="1"/>
          <p:nvPr/>
        </p:nvSpPr>
        <p:spPr>
          <a:xfrm>
            <a:off x="3980330" y="1009454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+50%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9F70A-BBC5-2B0E-3052-1F925CED8769}"/>
              </a:ext>
            </a:extLst>
          </p:cNvPr>
          <p:cNvSpPr txBox="1"/>
          <p:nvPr/>
        </p:nvSpPr>
        <p:spPr>
          <a:xfrm>
            <a:off x="1369944" y="99330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+0%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B816C9-79FE-D19D-0030-AB84F0E8B7F3}"/>
              </a:ext>
            </a:extLst>
          </p:cNvPr>
          <p:cNvSpPr txBox="1"/>
          <p:nvPr/>
        </p:nvSpPr>
        <p:spPr>
          <a:xfrm>
            <a:off x="2579658" y="1576003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-15%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3A4833-2798-44FF-FB9A-49C7E60A5EDB}"/>
              </a:ext>
            </a:extLst>
          </p:cNvPr>
          <p:cNvSpPr txBox="1"/>
          <p:nvPr/>
        </p:nvSpPr>
        <p:spPr>
          <a:xfrm>
            <a:off x="5325670" y="1562562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-42%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7251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와이드스크린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SHINJUNG PARK</dc:creator>
  <cp:lastModifiedBy>SHINJUNG PARK</cp:lastModifiedBy>
  <cp:revision>1</cp:revision>
  <dcterms:created xsi:type="dcterms:W3CDTF">2026-07-31T04:39:29Z</dcterms:created>
  <dcterms:modified xsi:type="dcterms:W3CDTF">2026-07-31T04:39:42Z</dcterms:modified>
</cp:coreProperties>
</file>